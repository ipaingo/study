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14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211">
          <p15:clr>
            <a:srgbClr val="9AA0A6"/>
          </p15:clr>
        </p15:guide>
        <p15:guide id="4" pos="1048">
          <p15:clr>
            <a:srgbClr val="A4A3A4"/>
          </p15:clr>
        </p15:guide>
        <p15:guide id="5" pos="7401">
          <p15:clr>
            <a:srgbClr val="A4A3A4"/>
          </p15:clr>
        </p15:guide>
        <p15:guide id="6" orient="horz" pos="3974">
          <p15:clr>
            <a:srgbClr val="9AA0A6"/>
          </p15:clr>
        </p15:guide>
        <p15:guide id="7" orient="horz" pos="565">
          <p15:clr>
            <a:srgbClr val="747775"/>
          </p15:clr>
        </p15:guide>
      </p15:sldGuideLst>
    </p:ext>
    <p:ext uri="GoogleSlidesCustomDataVersion2">
      <go:slidesCustomData xmlns:go="http://customooxmlschemas.google.com/" r:id="rId19" roundtripDataSignature="AMtx7mgIKpLaivaltwxv9VdgD4q6Uo9l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14" orient="horz"/>
        <p:guide pos="3840"/>
        <p:guide pos="1211" orient="horz"/>
        <p:guide pos="1048"/>
        <p:guide pos="7401"/>
        <p:guide pos="3974" orient="horz"/>
        <p:guide pos="565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regular.fntdata"/><Relationship Id="rId14" Type="http://schemas.openxmlformats.org/officeDocument/2006/relationships/slide" Target="slides/slide9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18a69967c6e_0_5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g18a69967c6e_0_5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" name="Google Shape;30;g18a69967c6e_0_5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" name="Google Shape;48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8a69967c6e_0_5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18a69967c6e_0_5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g18a69967c6e_0_5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8a69967c6e_0_5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18a69967c6e_0_5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" name="Google Shape;64;g18a69967c6e_0_5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f64a1591f3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2f64a1591f3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g2f64a1591f3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7f4edb2c82_3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17f4edb2c82_3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g17f4edb2c82_3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модуля без ВК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8a69967c6e_0_48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" name="Google Shape;15;g18a69967c6e_0_482"/>
          <p:cNvSpPr txBox="1"/>
          <p:nvPr>
            <p:ph type="title"/>
          </p:nvPr>
        </p:nvSpPr>
        <p:spPr>
          <a:xfrm>
            <a:off x="2902650" y="2200475"/>
            <a:ext cx="63867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Roboto"/>
              <a:buNone/>
              <a:defRPr sz="4800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6" name="Google Shape;16;g18a69967c6e_0_482"/>
          <p:cNvSpPr txBox="1"/>
          <p:nvPr>
            <p:ph idx="1" type="subTitle"/>
          </p:nvPr>
        </p:nvSpPr>
        <p:spPr>
          <a:xfrm>
            <a:off x="1044250" y="4957500"/>
            <a:ext cx="6791100" cy="43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Roboto"/>
              <a:buNone/>
              <a:defRPr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sp>
        <p:nvSpPr>
          <p:cNvPr id="17" name="Google Shape;17;g18a69967c6e_0_482"/>
          <p:cNvSpPr txBox="1"/>
          <p:nvPr>
            <p:ph idx="2" type="subTitle"/>
          </p:nvPr>
        </p:nvSpPr>
        <p:spPr>
          <a:xfrm>
            <a:off x="1044250" y="5534950"/>
            <a:ext cx="6702900" cy="7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Roboto"/>
              <a:buNone/>
              <a:defRPr sz="1800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/>
        </p:txBody>
      </p:sp>
      <p:pic>
        <p:nvPicPr>
          <p:cNvPr id="18" name="Google Shape;18;g18a69967c6e_0_4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91437" y="1302325"/>
            <a:ext cx="1009125" cy="100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g18a69967c6e_0_4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550" y="4874050"/>
            <a:ext cx="20825" cy="108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2 столбцами без ВК">
  <p:cSld name="OBJECT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18a69967c6e_0_504"/>
          <p:cNvSpPr txBox="1"/>
          <p:nvPr>
            <p:ph idx="1" type="body"/>
          </p:nvPr>
        </p:nvSpPr>
        <p:spPr>
          <a:xfrm>
            <a:off x="4680000" y="1923150"/>
            <a:ext cx="3456900" cy="43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●"/>
              <a:defRPr>
                <a:solidFill>
                  <a:srgbClr val="002060"/>
                </a:solidFill>
              </a:defRPr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○"/>
              <a:defRPr>
                <a:solidFill>
                  <a:srgbClr val="002060"/>
                </a:solidFill>
              </a:defRPr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■"/>
              <a:defRPr>
                <a:solidFill>
                  <a:srgbClr val="002060"/>
                </a:solidFill>
              </a:defRPr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  <a:defRPr>
                <a:solidFill>
                  <a:srgbClr val="002060"/>
                </a:solidFill>
              </a:defRPr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○"/>
              <a:defRPr>
                <a:solidFill>
                  <a:srgbClr val="002060"/>
                </a:solidFill>
              </a:defRPr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■"/>
              <a:defRPr>
                <a:solidFill>
                  <a:srgbClr val="002060"/>
                </a:solidFill>
              </a:defRPr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  <a:defRPr>
                <a:solidFill>
                  <a:srgbClr val="002060"/>
                </a:solidFill>
              </a:defRPr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○"/>
              <a:defRPr>
                <a:solidFill>
                  <a:srgbClr val="002060"/>
                </a:solidFill>
              </a:defRPr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■"/>
              <a:defRPr>
                <a:solidFill>
                  <a:srgbClr val="002060"/>
                </a:solidFill>
              </a:defRPr>
            </a:lvl9pPr>
          </a:lstStyle>
          <a:p/>
        </p:txBody>
      </p:sp>
      <p:sp>
        <p:nvSpPr>
          <p:cNvPr id="22" name="Google Shape;22;g18a69967c6e_0_504"/>
          <p:cNvSpPr txBox="1"/>
          <p:nvPr>
            <p:ph idx="2" type="body"/>
          </p:nvPr>
        </p:nvSpPr>
        <p:spPr>
          <a:xfrm>
            <a:off x="8467866" y="1923150"/>
            <a:ext cx="3456900" cy="43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Char char="●"/>
              <a:defRPr>
                <a:solidFill>
                  <a:srgbClr val="002060"/>
                </a:solidFill>
              </a:defRPr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○"/>
              <a:defRPr>
                <a:solidFill>
                  <a:srgbClr val="002060"/>
                </a:solidFill>
              </a:defRPr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■"/>
              <a:defRPr>
                <a:solidFill>
                  <a:srgbClr val="002060"/>
                </a:solidFill>
              </a:defRPr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  <a:defRPr>
                <a:solidFill>
                  <a:srgbClr val="002060"/>
                </a:solidFill>
              </a:defRPr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○"/>
              <a:defRPr>
                <a:solidFill>
                  <a:srgbClr val="002060"/>
                </a:solidFill>
              </a:defRPr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■"/>
              <a:defRPr>
                <a:solidFill>
                  <a:srgbClr val="002060"/>
                </a:solidFill>
              </a:defRPr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●"/>
              <a:defRPr>
                <a:solidFill>
                  <a:srgbClr val="002060"/>
                </a:solidFill>
              </a:defRPr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○"/>
              <a:defRPr>
                <a:solidFill>
                  <a:srgbClr val="002060"/>
                </a:solidFill>
              </a:defRPr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900"/>
              <a:buChar char="■"/>
              <a:defRPr>
                <a:solidFill>
                  <a:srgbClr val="002060"/>
                </a:solidFill>
              </a:defRPr>
            </a:lvl9pPr>
          </a:lstStyle>
          <a:p/>
        </p:txBody>
      </p:sp>
      <p:sp>
        <p:nvSpPr>
          <p:cNvPr id="23" name="Google Shape;23;g18a69967c6e_0_504"/>
          <p:cNvSpPr txBox="1"/>
          <p:nvPr>
            <p:ph type="title"/>
          </p:nvPr>
        </p:nvSpPr>
        <p:spPr>
          <a:xfrm>
            <a:off x="4696875" y="100850"/>
            <a:ext cx="6963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Roboto"/>
              <a:buNone/>
              <a:defRPr sz="3200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FA7B17"/>
          </p15:clr>
        </p15:guide>
        <p15:guide id="2" orient="horz" pos="1211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с картинкой без ВК">
  <p:cSld name="OBJECT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8a69967c6e_0_514"/>
          <p:cNvSpPr/>
          <p:nvPr>
            <p:ph idx="2" type="pic"/>
          </p:nvPr>
        </p:nvSpPr>
        <p:spPr>
          <a:xfrm>
            <a:off x="4696876" y="1923150"/>
            <a:ext cx="6963600" cy="43905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g18a69967c6e_0_514"/>
          <p:cNvSpPr txBox="1"/>
          <p:nvPr>
            <p:ph type="title"/>
          </p:nvPr>
        </p:nvSpPr>
        <p:spPr>
          <a:xfrm>
            <a:off x="4696875" y="100850"/>
            <a:ext cx="6963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Roboto"/>
              <a:buNone/>
              <a:defRPr sz="3200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948">
          <p15:clr>
            <a:srgbClr val="FA7B17"/>
          </p15:clr>
        </p15:guide>
        <p15:guide id="2" orient="horz" pos="1211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8a69967c6e_0_35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g18a69967c6e_0_355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18a69967c6e_0_35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18a69967c6e_0_525"/>
          <p:cNvSpPr txBox="1"/>
          <p:nvPr>
            <p:ph type="title"/>
          </p:nvPr>
        </p:nvSpPr>
        <p:spPr>
          <a:xfrm>
            <a:off x="2902650" y="2200475"/>
            <a:ext cx="6386700" cy="98484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Roboto"/>
              <a:buNone/>
            </a:pPr>
            <a:r>
              <a:rPr lang="ru-RU"/>
              <a:t>Название проекта</a:t>
            </a:r>
            <a:endParaRPr i="1"/>
          </a:p>
        </p:txBody>
      </p:sp>
      <p:sp>
        <p:nvSpPr>
          <p:cNvPr id="33" name="Google Shape;33;g18a69967c6e_0_525"/>
          <p:cNvSpPr txBox="1"/>
          <p:nvPr>
            <p:ph idx="1" type="subTitle"/>
          </p:nvPr>
        </p:nvSpPr>
        <p:spPr>
          <a:xfrm>
            <a:off x="1044250" y="4946150"/>
            <a:ext cx="6791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None/>
            </a:pPr>
            <a:r>
              <a:rPr lang="ru-RU" sz="2800"/>
              <a:t>ФИО</a:t>
            </a:r>
            <a:endParaRPr sz="2800"/>
          </a:p>
        </p:txBody>
      </p:sp>
      <p:sp>
        <p:nvSpPr>
          <p:cNvPr id="34" name="Google Shape;34;g18a69967c6e_0_525"/>
          <p:cNvSpPr txBox="1"/>
          <p:nvPr>
            <p:ph idx="2" type="subTitle"/>
          </p:nvPr>
        </p:nvSpPr>
        <p:spPr>
          <a:xfrm>
            <a:off x="1044250" y="5534950"/>
            <a:ext cx="6702900" cy="108846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ru-RU"/>
              <a:t>Программа/направление</a:t>
            </a:r>
            <a:br>
              <a:rPr lang="ru-RU"/>
            </a:br>
            <a:r>
              <a:rPr lang="ru-RU"/>
              <a:t>Город, год</a:t>
            </a:r>
            <a:endParaRPr/>
          </a:p>
        </p:txBody>
      </p:sp>
      <p:sp>
        <p:nvSpPr>
          <p:cNvPr id="35" name="Google Shape;35;g18a69967c6e_0_525"/>
          <p:cNvSpPr/>
          <p:nvPr/>
        </p:nvSpPr>
        <p:spPr>
          <a:xfrm>
            <a:off x="7933038" y="1234750"/>
            <a:ext cx="3693586" cy="877159"/>
          </a:xfrm>
          <a:prstGeom prst="rect">
            <a:avLst/>
          </a:prstGeom>
          <a:solidFill>
            <a:srgbClr val="FFD751">
              <a:alpha val="2901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71450" lvl="0" marL="17145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1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коротко представьтесь и озвучьте, какой проект вы защищаете.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"/>
          <p:cNvSpPr txBox="1"/>
          <p:nvPr>
            <p:ph type="title"/>
          </p:nvPr>
        </p:nvSpPr>
        <p:spPr>
          <a:xfrm>
            <a:off x="1663350" y="454908"/>
            <a:ext cx="8817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/>
              <a:t>Проблема/Введение</a:t>
            </a:r>
            <a:endParaRPr/>
          </a:p>
        </p:txBody>
      </p:sp>
      <p:sp>
        <p:nvSpPr>
          <p:cNvPr id="42" name="Google Shape;42;p3"/>
          <p:cNvSpPr txBox="1"/>
          <p:nvPr>
            <p:ph idx="1" type="body"/>
          </p:nvPr>
        </p:nvSpPr>
        <p:spPr>
          <a:xfrm>
            <a:off x="1663349" y="1922475"/>
            <a:ext cx="9134521" cy="43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342900" lvl="0" marL="34290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Char char="●"/>
            </a:pPr>
            <a:r>
              <a:rPr lang="ru-RU" sz="2400"/>
              <a:t>Текст</a:t>
            </a:r>
            <a:endParaRPr sz="2400"/>
          </a:p>
        </p:txBody>
      </p:sp>
      <p:sp>
        <p:nvSpPr>
          <p:cNvPr id="43" name="Google Shape;43;p3"/>
          <p:cNvSpPr txBox="1"/>
          <p:nvPr/>
        </p:nvSpPr>
        <p:spPr>
          <a:xfrm>
            <a:off x="1667346" y="6278750"/>
            <a:ext cx="7052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50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baseline="30000" i="0" lang="ru-RU" sz="1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ru-RU" sz="1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Ссылка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7945394" y="737541"/>
            <a:ext cx="3693586" cy="2306981"/>
          </a:xfrm>
          <a:prstGeom prst="rect">
            <a:avLst/>
          </a:prstGeom>
          <a:solidFill>
            <a:srgbClr val="FFD751">
              <a:alpha val="2901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1" lang="ru-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Напишите 1–2 тезиса: в чём суть проблемы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1" lang="ru-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Обозначьте, почему тема важна или расскажите, почему она может быть интересна.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1" lang="ru-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Возможная визуализация: инфографика, скрин, цитата, статистика</a:t>
            </a:r>
            <a:endParaRPr/>
          </a:p>
          <a:p>
            <a:pPr indent="-2667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"/>
          <p:cNvSpPr txBox="1"/>
          <p:nvPr>
            <p:ph type="title"/>
          </p:nvPr>
        </p:nvSpPr>
        <p:spPr>
          <a:xfrm>
            <a:off x="1663350" y="454908"/>
            <a:ext cx="88173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/>
              <a:t>Цели и задачи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51" name="Google Shape;51;p1"/>
          <p:cNvSpPr txBox="1"/>
          <p:nvPr>
            <p:ph idx="1" type="body"/>
          </p:nvPr>
        </p:nvSpPr>
        <p:spPr>
          <a:xfrm>
            <a:off x="803082" y="1922475"/>
            <a:ext cx="10622942" cy="43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None/>
            </a:pPr>
            <a:r>
              <a:rPr lang="ru-RU"/>
              <a:t>Текст</a:t>
            </a:r>
            <a:endParaRPr sz="2400"/>
          </a:p>
        </p:txBody>
      </p:sp>
      <p:sp>
        <p:nvSpPr>
          <p:cNvPr id="52" name="Google Shape;52;p1"/>
          <p:cNvSpPr/>
          <p:nvPr/>
        </p:nvSpPr>
        <p:spPr>
          <a:xfrm>
            <a:off x="7188074" y="737550"/>
            <a:ext cx="4450800" cy="2307000"/>
          </a:xfrm>
          <a:prstGeom prst="rect">
            <a:avLst/>
          </a:prstGeom>
          <a:solidFill>
            <a:srgbClr val="FFD751">
              <a:alpha val="2901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ru-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Обозначьте цель одной </a:t>
            </a:r>
            <a:r>
              <a:rPr lang="ru-RU" sz="1200"/>
              <a:t>четкой</a:t>
            </a:r>
            <a:r>
              <a:rPr b="0" i="0" lang="ru-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формулировкой</a:t>
            </a:r>
            <a:endParaRPr/>
          </a:p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ru-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Выделите 2–3 задачи (кратко, в виде глаголов)</a:t>
            </a:r>
            <a:endParaRPr/>
          </a:p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ru-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 возможности расскажите о практической значимости: где и как можно применить результат. </a:t>
            </a:r>
            <a:endParaRPr/>
          </a:p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ru-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Поясните, чего именно вы хотели добиться и, по возможности, кому это может быть полезно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8a69967c6e_0_588"/>
          <p:cNvSpPr txBox="1"/>
          <p:nvPr>
            <p:ph type="title"/>
          </p:nvPr>
        </p:nvSpPr>
        <p:spPr>
          <a:xfrm>
            <a:off x="1663350" y="418903"/>
            <a:ext cx="6963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/>
              <a:t>Подход / Инструменты / Методы, применяемые в работе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</p:txBody>
      </p:sp>
      <p:sp>
        <p:nvSpPr>
          <p:cNvPr id="59" name="Google Shape;59;g18a69967c6e_0_588"/>
          <p:cNvSpPr txBox="1"/>
          <p:nvPr>
            <p:ph idx="1" type="body"/>
          </p:nvPr>
        </p:nvSpPr>
        <p:spPr>
          <a:xfrm>
            <a:off x="1663349" y="1923150"/>
            <a:ext cx="9460525" cy="43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None/>
            </a:pPr>
            <a:r>
              <a:rPr lang="ru-RU" sz="2400"/>
              <a:t>Текст</a:t>
            </a:r>
            <a:endParaRPr sz="2400"/>
          </a:p>
        </p:txBody>
      </p:sp>
      <p:sp>
        <p:nvSpPr>
          <p:cNvPr id="60" name="Google Shape;60;g18a69967c6e_0_588"/>
          <p:cNvSpPr/>
          <p:nvPr/>
        </p:nvSpPr>
        <p:spPr>
          <a:xfrm>
            <a:off x="7933038" y="1081753"/>
            <a:ext cx="3693586" cy="2306981"/>
          </a:xfrm>
          <a:prstGeom prst="rect">
            <a:avLst/>
          </a:prstGeom>
          <a:solidFill>
            <a:srgbClr val="FFD751">
              <a:alpha val="2901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ru-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Обозначьте 2–3 ключевых инструмента / технологии, которыми вы пользовались</a:t>
            </a:r>
            <a:endParaRPr/>
          </a:p>
          <a:p>
            <a:pPr indent="-171450" lvl="0" marL="17145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ru-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Дайте краткое пояснение выбора</a:t>
            </a:r>
            <a:endParaRPr/>
          </a:p>
          <a:p>
            <a:pPr indent="-171450" lvl="0" marL="17145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ru-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Возможная мини-графика: схема, pipeline, таблица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8a69967c6e_0_596"/>
          <p:cNvSpPr txBox="1"/>
          <p:nvPr>
            <p:ph type="title"/>
          </p:nvPr>
        </p:nvSpPr>
        <p:spPr>
          <a:xfrm>
            <a:off x="1638450" y="251392"/>
            <a:ext cx="6963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/>
              <a:t>Основная часть (слайд 5-7/8)</a:t>
            </a:r>
            <a:endParaRPr/>
          </a:p>
        </p:txBody>
      </p:sp>
      <p:sp>
        <p:nvSpPr>
          <p:cNvPr id="67" name="Google Shape;67;g18a69967c6e_0_596"/>
          <p:cNvSpPr txBox="1"/>
          <p:nvPr>
            <p:ph idx="1" type="body"/>
          </p:nvPr>
        </p:nvSpPr>
        <p:spPr>
          <a:xfrm>
            <a:off x="1049573" y="1935025"/>
            <a:ext cx="10201524" cy="43737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None/>
            </a:pPr>
            <a:r>
              <a:rPr lang="ru-RU" sz="2400"/>
              <a:t>Текст</a:t>
            </a:r>
            <a:endParaRPr sz="2400"/>
          </a:p>
        </p:txBody>
      </p:sp>
      <p:sp>
        <p:nvSpPr>
          <p:cNvPr id="68" name="Google Shape;68;g18a69967c6e_0_596"/>
          <p:cNvSpPr/>
          <p:nvPr/>
        </p:nvSpPr>
        <p:spPr>
          <a:xfrm>
            <a:off x="7346101" y="508875"/>
            <a:ext cx="4552500" cy="2307000"/>
          </a:xfrm>
          <a:prstGeom prst="rect">
            <a:avLst/>
          </a:prstGeom>
          <a:solidFill>
            <a:srgbClr val="FFD751">
              <a:alpha val="2901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ru-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Опишите основные этапы работы</a:t>
            </a:r>
            <a:endParaRPr/>
          </a:p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ru-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Покажите результаты (таблицы, графики, визуализации)</a:t>
            </a:r>
            <a:endParaRPr/>
          </a:p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ru-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Расскажите не только что сделали, но и что это показало</a:t>
            </a:r>
            <a:endParaRPr/>
          </a:p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ru-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Если применимо — сравнение “до / после”</a:t>
            </a:r>
            <a:endParaRPr/>
          </a:p>
          <a:p>
            <a:pPr indent="-171450" lvl="0" marL="1714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ru-RU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Возможная визуализация: графики, диаграммы, интерфейсы, примеры кода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"/>
          <p:cNvSpPr/>
          <p:nvPr>
            <p:ph idx="1" type="body"/>
          </p:nvPr>
        </p:nvSpPr>
        <p:spPr>
          <a:xfrm>
            <a:off x="1663349" y="1935025"/>
            <a:ext cx="6147000" cy="4373700"/>
          </a:xfrm>
          <a:prstGeom prst="roundRect">
            <a:avLst>
              <a:gd fmla="val 454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None/>
            </a:pPr>
            <a:r>
              <a:rPr lang="ru-RU" sz="2400">
                <a:latin typeface="Courier New"/>
                <a:ea typeface="Courier New"/>
                <a:cs typeface="Courier New"/>
                <a:sym typeface="Courier New"/>
              </a:rPr>
              <a:t>Код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9236890" y="2092466"/>
            <a:ext cx="2512200" cy="622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Пояснение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9236890" y="3284804"/>
            <a:ext cx="2512200" cy="622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Пояснение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9236890" y="4477142"/>
            <a:ext cx="2512200" cy="9549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Пояснение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" name="Google Shape;78;p7"/>
          <p:cNvCxnSpPr>
            <a:stCxn id="75" idx="1"/>
          </p:cNvCxnSpPr>
          <p:nvPr/>
        </p:nvCxnSpPr>
        <p:spPr>
          <a:xfrm rot="10800000">
            <a:off x="6334690" y="2384066"/>
            <a:ext cx="2902200" cy="198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9" name="Google Shape;79;p7"/>
          <p:cNvCxnSpPr/>
          <p:nvPr/>
        </p:nvCxnSpPr>
        <p:spPr>
          <a:xfrm rot="10800000">
            <a:off x="6772090" y="3599308"/>
            <a:ext cx="2464800" cy="168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0" name="Google Shape;80;p7"/>
          <p:cNvCxnSpPr/>
          <p:nvPr/>
        </p:nvCxnSpPr>
        <p:spPr>
          <a:xfrm rot="10800000">
            <a:off x="8092390" y="4954616"/>
            <a:ext cx="1144500" cy="78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" name="Google Shape;81;p7"/>
          <p:cNvSpPr txBox="1"/>
          <p:nvPr>
            <p:ph type="title"/>
          </p:nvPr>
        </p:nvSpPr>
        <p:spPr>
          <a:xfrm>
            <a:off x="1663349" y="238264"/>
            <a:ext cx="6963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/>
              <a:t>Основная часть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f64a1591f3_0_10"/>
          <p:cNvSpPr/>
          <p:nvPr>
            <p:ph idx="1" type="body"/>
          </p:nvPr>
        </p:nvSpPr>
        <p:spPr>
          <a:xfrm>
            <a:off x="1663349" y="1935025"/>
            <a:ext cx="6147000" cy="4373700"/>
          </a:xfrm>
          <a:prstGeom prst="roundRect">
            <a:avLst>
              <a:gd fmla="val 454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None/>
            </a:pPr>
            <a:r>
              <a:rPr lang="ru-RU"/>
              <a:t>Объект/график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8" name="Google Shape;88;g2f64a1591f3_0_10"/>
          <p:cNvSpPr/>
          <p:nvPr/>
        </p:nvSpPr>
        <p:spPr>
          <a:xfrm>
            <a:off x="9236890" y="2092466"/>
            <a:ext cx="2512200" cy="622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Пояснение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2f64a1591f3_0_10"/>
          <p:cNvSpPr/>
          <p:nvPr/>
        </p:nvSpPr>
        <p:spPr>
          <a:xfrm>
            <a:off x="9236890" y="3284804"/>
            <a:ext cx="2512200" cy="6228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Пояснение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2f64a1591f3_0_10"/>
          <p:cNvSpPr/>
          <p:nvPr/>
        </p:nvSpPr>
        <p:spPr>
          <a:xfrm>
            <a:off x="9236890" y="4477142"/>
            <a:ext cx="2512200" cy="9549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Пояснение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" name="Google Shape;91;g2f64a1591f3_0_10"/>
          <p:cNvCxnSpPr>
            <a:stCxn id="88" idx="1"/>
          </p:cNvCxnSpPr>
          <p:nvPr/>
        </p:nvCxnSpPr>
        <p:spPr>
          <a:xfrm rot="10800000">
            <a:off x="6334690" y="2384066"/>
            <a:ext cx="2902200" cy="198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2" name="Google Shape;92;g2f64a1591f3_0_10"/>
          <p:cNvCxnSpPr/>
          <p:nvPr/>
        </p:nvCxnSpPr>
        <p:spPr>
          <a:xfrm rot="10800000">
            <a:off x="6772090" y="3599308"/>
            <a:ext cx="2464800" cy="168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3" name="Google Shape;93;g2f64a1591f3_0_10"/>
          <p:cNvCxnSpPr/>
          <p:nvPr/>
        </p:nvCxnSpPr>
        <p:spPr>
          <a:xfrm rot="10800000">
            <a:off x="8092390" y="4954616"/>
            <a:ext cx="1144500" cy="78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4" name="Google Shape;94;g2f64a1591f3_0_10"/>
          <p:cNvSpPr txBox="1"/>
          <p:nvPr>
            <p:ph type="title"/>
          </p:nvPr>
        </p:nvSpPr>
        <p:spPr>
          <a:xfrm>
            <a:off x="1663349" y="297925"/>
            <a:ext cx="6963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/>
              <a:t>Основная часть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7f4edb2c82_3_0"/>
          <p:cNvSpPr txBox="1"/>
          <p:nvPr/>
        </p:nvSpPr>
        <p:spPr>
          <a:xfrm>
            <a:off x="1663349" y="1922475"/>
            <a:ext cx="7117200" cy="7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2060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17f4edb2c82_3_0"/>
          <p:cNvSpPr/>
          <p:nvPr>
            <p:ph idx="1" type="body"/>
          </p:nvPr>
        </p:nvSpPr>
        <p:spPr>
          <a:xfrm>
            <a:off x="1663349" y="2677848"/>
            <a:ext cx="7104000" cy="1325700"/>
          </a:xfrm>
          <a:prstGeom prst="roundRect">
            <a:avLst>
              <a:gd fmla="val 454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400"/>
              <a:buNone/>
            </a:pPr>
            <a:r>
              <a:rPr lang="ru-RU" sz="2400">
                <a:latin typeface="Courier New"/>
                <a:ea typeface="Courier New"/>
                <a:cs typeface="Courier New"/>
                <a:sym typeface="Courier New"/>
              </a:rPr>
              <a:t>Код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2" name="Google Shape;102;g17f4edb2c82_3_0"/>
          <p:cNvSpPr/>
          <p:nvPr/>
        </p:nvSpPr>
        <p:spPr>
          <a:xfrm>
            <a:off x="1676602" y="4977098"/>
            <a:ext cx="7104000" cy="1325700"/>
          </a:xfrm>
          <a:prstGeom prst="roundRect">
            <a:avLst>
              <a:gd fmla="val 454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2060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rgbClr val="002060"/>
                </a:solidFill>
                <a:latin typeface="Courier New"/>
                <a:ea typeface="Courier New"/>
                <a:cs typeface="Courier New"/>
                <a:sym typeface="Courier New"/>
              </a:rPr>
              <a:t>Код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17f4edb2c82_3_0"/>
          <p:cNvSpPr txBox="1"/>
          <p:nvPr/>
        </p:nvSpPr>
        <p:spPr>
          <a:xfrm>
            <a:off x="1676602" y="4226768"/>
            <a:ext cx="71172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2060"/>
              </a:buClr>
              <a:buSzPts val="2400"/>
              <a:buFont typeface="Arial"/>
              <a:buNone/>
            </a:pPr>
            <a:r>
              <a:rPr b="0" i="0" lang="ru-RU" sz="24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Текст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17f4edb2c82_3_0"/>
          <p:cNvSpPr txBox="1"/>
          <p:nvPr>
            <p:ph type="title"/>
          </p:nvPr>
        </p:nvSpPr>
        <p:spPr>
          <a:xfrm>
            <a:off x="1663349" y="373582"/>
            <a:ext cx="6963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/>
              <a:t>Основная часть</a:t>
            </a:r>
            <a:endParaRPr/>
          </a:p>
        </p:txBody>
      </p:sp>
      <p:sp>
        <p:nvSpPr>
          <p:cNvPr id="105" name="Google Shape;105;g17f4edb2c82_3_0"/>
          <p:cNvSpPr/>
          <p:nvPr/>
        </p:nvSpPr>
        <p:spPr>
          <a:xfrm>
            <a:off x="9272551" y="2770725"/>
            <a:ext cx="2512200" cy="9549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Пояснение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" name="Google Shape;106;g17f4edb2c82_3_0"/>
          <p:cNvCxnSpPr/>
          <p:nvPr/>
        </p:nvCxnSpPr>
        <p:spPr>
          <a:xfrm rot="10800000">
            <a:off x="8128051" y="3248199"/>
            <a:ext cx="1144500" cy="78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7" name="Google Shape;107;g17f4edb2c82_3_0"/>
          <p:cNvSpPr/>
          <p:nvPr/>
        </p:nvSpPr>
        <p:spPr>
          <a:xfrm>
            <a:off x="9197134" y="5105295"/>
            <a:ext cx="2512200" cy="9549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ru-RU" sz="1600" u="none" cap="none" strike="noStrike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Пояснение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g17f4edb2c82_3_0"/>
          <p:cNvCxnSpPr/>
          <p:nvPr/>
        </p:nvCxnSpPr>
        <p:spPr>
          <a:xfrm rot="10800000">
            <a:off x="8052634" y="5582769"/>
            <a:ext cx="1144500" cy="7800"/>
          </a:xfrm>
          <a:prstGeom prst="straightConnector1">
            <a:avLst/>
          </a:prstGeom>
          <a:noFill/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9" name="Google Shape;109;g17f4edb2c82_3_0"/>
          <p:cNvSpPr txBox="1"/>
          <p:nvPr/>
        </p:nvSpPr>
        <p:spPr>
          <a:xfrm>
            <a:off x="2894194" y="5793222"/>
            <a:ext cx="609467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ru-RU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Тайминг</a:t>
            </a:r>
            <a:r>
              <a:rPr b="0" i="1" lang="ru-RU" sz="1400" u="none" cap="none" strike="noStrik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: 1 мин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 txBox="1"/>
          <p:nvPr>
            <p:ph idx="1" type="body"/>
          </p:nvPr>
        </p:nvSpPr>
        <p:spPr>
          <a:xfrm>
            <a:off x="1663348" y="1923150"/>
            <a:ext cx="9150425" cy="43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</a:pPr>
            <a:r>
              <a:rPr lang="ru-RU"/>
              <a:t>Текст</a:t>
            </a:r>
            <a:endParaRPr/>
          </a:p>
        </p:txBody>
      </p:sp>
      <p:pic>
        <p:nvPicPr>
          <p:cNvPr id="115" name="Google Shape;11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9778952" y="4558748"/>
            <a:ext cx="2413048" cy="2312504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3"/>
          <p:cNvSpPr txBox="1"/>
          <p:nvPr>
            <p:ph type="title"/>
          </p:nvPr>
        </p:nvSpPr>
        <p:spPr>
          <a:xfrm>
            <a:off x="1663349" y="291150"/>
            <a:ext cx="6963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/>
              <a:t>Заключение (выводы)</a:t>
            </a:r>
            <a:endParaRPr/>
          </a:p>
        </p:txBody>
      </p:sp>
      <p:sp>
        <p:nvSpPr>
          <p:cNvPr id="117" name="Google Shape;117;p13"/>
          <p:cNvSpPr/>
          <p:nvPr/>
        </p:nvSpPr>
        <p:spPr>
          <a:xfrm>
            <a:off x="7299189" y="388686"/>
            <a:ext cx="4537500" cy="1909500"/>
          </a:xfrm>
          <a:prstGeom prst="rect">
            <a:avLst/>
          </a:prstGeom>
          <a:solidFill>
            <a:srgbClr val="FFD751">
              <a:alpha val="29019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016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3A3C"/>
              </a:buClr>
              <a:buSzPts val="1150"/>
              <a:buFont typeface="Roboto"/>
              <a:buChar char="●"/>
            </a:pPr>
            <a:r>
              <a:rPr b="0" i="1" lang="ru-RU" sz="1150" u="none" cap="none" strike="noStrike">
                <a:solidFill>
                  <a:srgbClr val="373A3C"/>
                </a:solidFill>
                <a:latin typeface="Roboto"/>
                <a:ea typeface="Roboto"/>
                <a:cs typeface="Roboto"/>
                <a:sym typeface="Roboto"/>
              </a:rPr>
              <a:t>Сделайте 2–3 ключевых вывода</a:t>
            </a:r>
            <a:endParaRPr/>
          </a:p>
          <a:p>
            <a:pPr indent="-3016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3A3C"/>
              </a:buClr>
              <a:buSzPts val="1150"/>
              <a:buFont typeface="Roboto"/>
              <a:buChar char="●"/>
            </a:pPr>
            <a:r>
              <a:rPr b="0" i="1" lang="ru-RU" sz="1150" u="none" cap="none" strike="noStrike">
                <a:solidFill>
                  <a:srgbClr val="373A3C"/>
                </a:solidFill>
                <a:latin typeface="Roboto"/>
                <a:ea typeface="Roboto"/>
                <a:cs typeface="Roboto"/>
                <a:sym typeface="Roboto"/>
              </a:rPr>
              <a:t>По возможности расскажите о возможности интеграции проекта\компонентов проекта</a:t>
            </a:r>
            <a:endParaRPr b="0" i="1" sz="1150" u="none" cap="none" strike="noStrike">
              <a:solidFill>
                <a:srgbClr val="373A3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16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3A3C"/>
              </a:buClr>
              <a:buSzPts val="1150"/>
              <a:buFont typeface="Roboto"/>
              <a:buChar char="●"/>
            </a:pPr>
            <a:r>
              <a:rPr b="0" i="1" lang="ru-RU" sz="1150" u="none" cap="none" strike="noStrike">
                <a:solidFill>
                  <a:srgbClr val="373A3C"/>
                </a:solidFill>
                <a:latin typeface="Roboto"/>
                <a:ea typeface="Roboto"/>
                <a:cs typeface="Roboto"/>
                <a:sym typeface="Roboto"/>
              </a:rPr>
              <a:t>Подведите итоги</a:t>
            </a:r>
            <a:endParaRPr b="0" i="1" sz="1150" u="none" cap="none" strike="noStrike">
              <a:solidFill>
                <a:srgbClr val="373A3C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16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3A3C"/>
              </a:buClr>
              <a:buSzPts val="1150"/>
              <a:buFont typeface="Roboto"/>
              <a:buChar char="●"/>
            </a:pPr>
            <a:r>
              <a:rPr b="0" i="1" lang="ru-RU" sz="1150" u="none" cap="none" strike="noStrike">
                <a:solidFill>
                  <a:srgbClr val="373A3C"/>
                </a:solidFill>
                <a:latin typeface="Roboto"/>
                <a:ea typeface="Roboto"/>
                <a:cs typeface="Roboto"/>
                <a:sym typeface="Roboto"/>
              </a:rPr>
              <a:t>Сделайте  короткое и запоминающееся высказывание в конце (по желанию).</a:t>
            </a:r>
            <a:endParaRPr b="0" i="1" sz="1150" u="none" cap="none" strike="noStrike">
              <a:solidFill>
                <a:srgbClr val="373A3C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2022-08-10T10:42:42Z</dcterms:created>
  <dc:creator>Methodist</dc:creator>
</cp:coreProperties>
</file>